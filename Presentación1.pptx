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4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1DCFA-50C8-EA7D-D3BA-7C0F1C7996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7E5D74-7988-70BB-71A3-FE5FFC88E6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024167-3D40-53B9-A155-10CB351B2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DC22-2EBB-4827-989C-785F2E667699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20F488-B9DA-1B39-EB85-A7B6BEAFF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555CA2-FA4F-2D37-2AB8-ED0A8C349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861D-2D2F-4C63-A71A-917FF2905F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538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988541-DDF5-C641-5A78-789B423A8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B75D03-983A-CABC-CE7D-86FDBD832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B1A4AF-E3E9-1D6B-B566-534738BF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DC22-2EBB-4827-989C-785F2E667699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58D9ED-15D7-EFE6-A318-54B4A007D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829390-65B5-9C5B-EED2-F19F77D47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861D-2D2F-4C63-A71A-917FF2905F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08698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6D7ABB-0706-EDF5-4B43-7EC4153A5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C7F55C-5837-7D61-351E-13392C77F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1F6E9C-888B-B383-B76C-0746CEE2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DC22-2EBB-4827-989C-785F2E667699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2874CC-BA26-9873-46B9-405000BF7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E563DD-0146-4198-8B68-8B04F8973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861D-2D2F-4C63-A71A-917FF2905F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03294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D88B6E-624F-9314-47A2-1505364BC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7C7784-9FEC-26B9-35ED-85DBDED9BB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F9BF53-85B6-9E19-CBB0-4E8A64B13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2A53EE1-0FFE-BE5D-87F0-B26690366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DC22-2EBB-4827-989C-785F2E667699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FFD74A-04C8-609C-3985-2FA18162C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A5E9CF-7220-8D16-1D10-0B5EE7696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861D-2D2F-4C63-A71A-917FF2905F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1190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131509-ED8C-6653-B7E1-183392E21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E248C3-F379-6B83-9B93-E7BED02A1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10D160-C987-A544-A310-B7D8F79F6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B5A44F6-3226-17B4-B163-52F2308E42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C44950B-F0FC-C4C0-1379-876A8BB35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4AA4659-7BF2-7F35-B343-51B12B7EA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DC22-2EBB-4827-989C-785F2E667699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456E94B-102C-9C50-73D6-5D4A25465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FF659D4-6622-7953-C650-A37EFF43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861D-2D2F-4C63-A71A-917FF2905F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6064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A2D7F-0242-81EE-CB40-AB5E5970B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5173BE4-896A-D8AB-784A-84D1CB94F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DC22-2EBB-4827-989C-785F2E667699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3CC5CA5-6CC5-092F-D4AD-F0D4FAF4E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4960B16-7BE3-EE25-2A5E-668BC9668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861D-2D2F-4C63-A71A-917FF2905F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7077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6AE446F-8F0F-0D43-C931-2724C9D70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DC22-2EBB-4827-989C-785F2E667699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EC582EC-EBB2-77CB-9476-24D5B4F24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99AAFC-E6AD-0C7B-096C-D5B83CFC8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861D-2D2F-4C63-A71A-917FF2905F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28518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43AE6C-39CE-7587-2614-BCB531EB6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A84977-A87B-B9F9-3C5B-16CF7C86F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C64B8A4-91EE-3745-74B7-5C9FA00AD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187D2CA-32D2-D594-80A0-3EBEB8FD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DC22-2EBB-4827-989C-785F2E667699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504A5D-695C-5BB9-76AB-DAA4560BE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1D0FE1-A7E9-3129-2E10-D70EEEA2C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861D-2D2F-4C63-A71A-917FF2905F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6231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7F3-C9B7-8F13-C416-9A01440B2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A1FFE4A-8E59-CB7B-166F-362244EEA4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BF68906-E98A-B452-AE31-00F5E8AA5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D4592F-876A-63CF-E480-DCAAAD9DA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DC22-2EBB-4827-989C-785F2E667699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5F8D47-E2DE-4E47-2CE5-CD06FF8D7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9C60617-1BD8-E8E5-AE8C-3B5AE3EA6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861D-2D2F-4C63-A71A-917FF2905F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6458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4BBCBC-49E9-6ADC-DA1A-2E84B7BFE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6FFEF5F-545D-2E08-8D58-74778F572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174157-B210-9DE5-DF98-0D0C216A6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DC22-2EBB-4827-989C-785F2E667699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208C29-AD72-824C-C582-F8683BD57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32B215-0C52-5930-B3C4-CB3D9B776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861D-2D2F-4C63-A71A-917FF2905F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3348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D6903C-2861-6EE6-00DE-2946369983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2C8C820-BCEB-A591-BCAA-44AD307AC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5A0645-AAE0-A326-A90D-6C25AC7EB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DC22-2EBB-4827-989C-785F2E667699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3BC2A9-7870-B920-BF96-7732CF7B3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18FDE6-1B62-5EFE-0576-E66D91202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861D-2D2F-4C63-A71A-917FF2905F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86820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B577AB2-C7BA-FC43-D502-6830A6ADE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01591B-EB93-9DCB-6027-ACD7ABBDB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6D31E0-52F9-4B80-9069-D827A0AE04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F4DC22-2EBB-4827-989C-785F2E667699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171812-6A8B-C8FB-B6BF-AB9A6E73F5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BB8702-732B-667F-581B-AC1FDD234B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B0861D-2D2F-4C63-A71A-917FF2905F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9980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8756895F-8456-A1CB-BFAF-CA7EEC20C7CE}"/>
              </a:ext>
            </a:extLst>
          </p:cNvPr>
          <p:cNvSpPr/>
          <p:nvPr/>
        </p:nvSpPr>
        <p:spPr>
          <a:xfrm>
            <a:off x="3818531" y="1963265"/>
            <a:ext cx="3530005" cy="3170099"/>
          </a:xfrm>
          <a:prstGeom prst="rect">
            <a:avLst/>
          </a:prstGeom>
          <a:solidFill>
            <a:schemeClr val="accent2"/>
          </a:solidFill>
        </p:spPr>
        <p:txBody>
          <a:bodyPr wrap="none" lIns="91440" tIns="45720" rIns="91440" bIns="45720">
            <a:spAutoFit/>
            <a:scene3d>
              <a:camera prst="orthographicFront"/>
              <a:lightRig rig="threePt" dir="t"/>
            </a:scene3d>
            <a:sp3d prstMaterial="metal">
              <a:bevelT w="146050" h="38100"/>
            </a:sp3d>
          </a:bodyPr>
          <a:lstStyle/>
          <a:p>
            <a:pPr algn="ctr"/>
            <a:r>
              <a:rPr lang="es-MX" sz="20000" b="1" cap="none" spc="0" dirty="0">
                <a:ln w="22225" cap="rnd">
                  <a:noFill/>
                  <a:prstDash val="solid"/>
                </a:ln>
                <a:effectLst>
                  <a:outerShdw blurRad="50800" dist="889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QT</a:t>
            </a:r>
          </a:p>
        </p:txBody>
      </p:sp>
    </p:spTree>
    <p:extLst>
      <p:ext uri="{BB962C8B-B14F-4D97-AF65-F5344CB8AC3E}">
        <p14:creationId xmlns:p14="http://schemas.microsoft.com/office/powerpoint/2010/main" val="38958779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</vt:lpstr>
      <vt:lpstr>Tema de Office</vt:lpstr>
      <vt:lpstr>Presentación de PowerPoint</vt:lpstr>
    </vt:vector>
  </TitlesOfParts>
  <Company>UAM-Cuajimalpa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usuario</dc:creator>
  <cp:lastModifiedBy>usuario</cp:lastModifiedBy>
  <cp:revision>1</cp:revision>
  <dcterms:created xsi:type="dcterms:W3CDTF">2026-02-13T04:55:32Z</dcterms:created>
  <dcterms:modified xsi:type="dcterms:W3CDTF">2026-02-13T04:55:56Z</dcterms:modified>
</cp:coreProperties>
</file>